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67" r:id="rId2"/>
    <p:sldId id="274" r:id="rId3"/>
    <p:sldId id="269" r:id="rId4"/>
    <p:sldId id="270" r:id="rId5"/>
    <p:sldId id="271" r:id="rId6"/>
    <p:sldId id="272" r:id="rId7"/>
    <p:sldId id="273" r:id="rId8"/>
    <p:sldId id="256" r:id="rId9"/>
    <p:sldId id="257" r:id="rId10"/>
    <p:sldId id="258" r:id="rId11"/>
    <p:sldId id="259" r:id="rId12"/>
    <p:sldId id="261" r:id="rId13"/>
    <p:sldId id="262" r:id="rId14"/>
    <p:sldId id="263" r:id="rId15"/>
    <p:sldId id="275" r:id="rId16"/>
    <p:sldId id="276" r:id="rId17"/>
    <p:sldId id="277" r:id="rId18"/>
    <p:sldId id="278" r:id="rId19"/>
    <p:sldId id="279" r:id="rId20"/>
    <p:sldId id="281" r:id="rId21"/>
    <p:sldId id="280" r:id="rId22"/>
    <p:sldId id="28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A8C"/>
    <a:srgbClr val="0B2C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98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451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0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670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45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20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7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1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4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30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06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783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65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39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08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5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0AF1EE6-48E0-4E98-B48C-031483EAFB44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E323BA9-33D9-43BE-823A-F98FC6A86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852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  <p:sldLayoutId id="214748386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404A3-74E9-9CEA-E201-C148C0B922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solidFill>
                  <a:srgbClr val="1F7A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SUPERMARKET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094D3B-9DCB-F1AF-D998-2AD7141B7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2177" y="4089398"/>
            <a:ext cx="6987645" cy="1388534"/>
          </a:xfrm>
        </p:spPr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Microsoft Excel Project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Mahbooba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Mumthas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 M.K</a:t>
            </a:r>
          </a:p>
        </p:txBody>
      </p:sp>
    </p:spTree>
    <p:extLst>
      <p:ext uri="{BB962C8B-B14F-4D97-AF65-F5344CB8AC3E}">
        <p14:creationId xmlns:p14="http://schemas.microsoft.com/office/powerpoint/2010/main" val="2208726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1792-93B1-843B-FA44-F0E6752AA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5CD84-B8AE-A46B-EC85-D2DD30C25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076155"/>
            <a:ext cx="10018713" cy="312420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focuses on analyzing supermarket sales data using Microsoft  Excel.	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main output of the project is an interactive sales performance dashboard.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provides insights into sales, profit, quantity, customer behavior, and product performance.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Various charts, KPIs, and slicers are used to make the analysis easy and visually clear.</a:t>
            </a:r>
          </a:p>
        </p:txBody>
      </p:sp>
    </p:spTree>
    <p:extLst>
      <p:ext uri="{BB962C8B-B14F-4D97-AF65-F5344CB8AC3E}">
        <p14:creationId xmlns:p14="http://schemas.microsoft.com/office/powerpoint/2010/main" val="328920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8CF02-3D72-0950-2E37-D38560412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B92CF-B161-FD04-6401-EE7DCD259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132427"/>
            <a:ext cx="10018713" cy="3124201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overall sales and profit performance of the supermarket.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top-selling and high-profit product categories.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customer purchasing behavior based on gender and customer type.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preferred payment methods.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data-driven business decisions using visual 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2841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FF4A-2867-8D36-8F7F-4E8010DA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29" y="96128"/>
            <a:ext cx="10018713" cy="1752599"/>
          </a:xfrm>
        </p:spPr>
        <p:txBody>
          <a:bodyPr/>
          <a:lstStyle/>
          <a:p>
            <a:r>
              <a:rPr lang="en-US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CD147-0374-C354-FD38-79BE67626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9182" y="1613098"/>
            <a:ext cx="9720073" cy="4684541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Date: Transaction date	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City &amp; Country: Location of the sale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Type: Member or Normal customer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Gender: Male or Female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Category &amp; Product: Type of product sold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 Cost &amp; Sales Price: Cost and selling price of products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Quantity: Number of units sold 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COGS: Cost of goods sold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Discount: Discount applied on products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Method: Cash, Credit Card, or E-Wallet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Revenue: Total sales value</a:t>
            </a: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Profit: Net profit earned</a:t>
            </a:r>
          </a:p>
        </p:txBody>
      </p:sp>
    </p:spTree>
    <p:extLst>
      <p:ext uri="{BB962C8B-B14F-4D97-AF65-F5344CB8AC3E}">
        <p14:creationId xmlns:p14="http://schemas.microsoft.com/office/powerpoint/2010/main" val="138022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14A3-E041-3096-B013-2274C22F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446650"/>
            <a:ext cx="10018713" cy="1752599"/>
          </a:xfrm>
        </p:spPr>
        <p:txBody>
          <a:bodyPr/>
          <a:lstStyle/>
          <a:p>
            <a:r>
              <a:rPr lang="en-US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8800-2DDD-AE06-F21D-EFDB1442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076156"/>
            <a:ext cx="10018713" cy="31242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Groceries have the highest sales quantity.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Electronics generate higher revenue with fewer units sold.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Card is the most preferred payment method.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 customers contribute more to total sales compared to normal customers.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discounts do not always result in higher profit.</a:t>
            </a:r>
          </a:p>
        </p:txBody>
      </p:sp>
    </p:spTree>
    <p:extLst>
      <p:ext uri="{BB962C8B-B14F-4D97-AF65-F5344CB8AC3E}">
        <p14:creationId xmlns:p14="http://schemas.microsoft.com/office/powerpoint/2010/main" val="1852668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E3C38-C91F-B888-52A1-2193A066A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Transformation Performed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E8F61-E5D1-057C-6A3E-1DE01E7C8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977682"/>
            <a:ext cx="10018713" cy="31242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calculated fields for Revenue and Profit.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Extracted Month from Date for trend analysis.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Pivot Tables to summarize data.	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Applied slicers for interactive filtering.</a:t>
            </a:r>
          </a:p>
        </p:txBody>
      </p:sp>
    </p:spTree>
    <p:extLst>
      <p:ext uri="{BB962C8B-B14F-4D97-AF65-F5344CB8AC3E}">
        <p14:creationId xmlns:p14="http://schemas.microsoft.com/office/powerpoint/2010/main" val="374697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EE8F-624D-52FB-3F90-37BD70B24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9756B-D727-9AC1-D544-F01747376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9732" y="2160562"/>
            <a:ext cx="10018713" cy="3124201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supermarket generates strong revenue from a few key product categories.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membership plays an important role in increasing sales.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method analysis helps understand customer preferences.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Optimizing discounts can improve profitability.	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Excel dashboard provides clear insights for better business decision-making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7575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5CC9-A8BC-0680-895C-C1A08B284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0" y="1292145"/>
            <a:ext cx="8574622" cy="261619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600" b="1" dirty="0">
                <a:solidFill>
                  <a:srgbClr val="1F7A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 SHOPPING BEHAVIOUR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8AAB7-8937-6736-AAE6-25974D8B2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6737" y="4038470"/>
            <a:ext cx="6987645" cy="138853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Power BI Data Analytics Project</a:t>
            </a:r>
          </a:p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Mahbooba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</a:rPr>
              <a:t>Mumthas.M.K</a:t>
            </a: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2231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96268-E62C-6F08-6827-75751B7A2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739" y="615461"/>
            <a:ext cx="10018713" cy="175259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F9EA9-8160-A95D-0A8A-1591FD05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Analyzed customer shopping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Power BI.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Focused on sales, customers, orders, ratings, and discounts.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an interactive dashboard with KPIs and slicers.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customer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categories, seasons, and gender.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Enabled data-driven retail insights.</a:t>
            </a:r>
          </a:p>
        </p:txBody>
      </p:sp>
    </p:spTree>
    <p:extLst>
      <p:ext uri="{BB962C8B-B14F-4D97-AF65-F5344CB8AC3E}">
        <p14:creationId xmlns:p14="http://schemas.microsoft.com/office/powerpoint/2010/main" val="3407708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950B-DF68-4287-1A57-4364492EB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C81DE-041C-6B7C-A77C-303FEAD71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765496"/>
            <a:ext cx="9720073" cy="402336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customer purchasing patterns.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sales performance by product category.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study the impact of discounts on sales.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customer payment preferences.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business decision-making using data visualization.</a:t>
            </a:r>
          </a:p>
        </p:txBody>
      </p:sp>
    </p:spTree>
    <p:extLst>
      <p:ext uri="{BB962C8B-B14F-4D97-AF65-F5344CB8AC3E}">
        <p14:creationId xmlns:p14="http://schemas.microsoft.com/office/powerpoint/2010/main" val="204006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EA08-0B99-2730-0BE3-DE1E2A3D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0"/>
            <a:ext cx="10018713" cy="1752599"/>
          </a:xfrm>
        </p:spPr>
        <p:txBody>
          <a:bodyPr>
            <a:normAutofit/>
          </a:bodyPr>
          <a:lstStyle/>
          <a:p>
            <a:r>
              <a:rPr lang="en-US" sz="4000" b="1" cap="none" dirty="0">
                <a:latin typeface="Segoe UI" panose="020B0502040204020203" pitchFamily="34" charset="0"/>
                <a:cs typeface="Segoe UI" panose="020B0502040204020203" pitchFamily="34" charset="0"/>
              </a:rPr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FA759-DF85-D1F3-6796-68FF0D9EB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244968"/>
            <a:ext cx="10018713" cy="3124201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ID – Unique identifier of customers	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– Age of the customer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Gender – Male / Female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– Product category (Clothing, Accessories, Footwear, etc.)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Item Purchased – Product bought by customer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Purchase Amount – Total amount spent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Method – Cash, Credit Card, PayPal, etc.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 Applied – Yes / No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Season – Spring, Summer, Fall, Winter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Review Rating – Customer satisfaction rating</a:t>
            </a:r>
          </a:p>
        </p:txBody>
      </p:sp>
    </p:spTree>
    <p:extLst>
      <p:ext uri="{BB962C8B-B14F-4D97-AF65-F5344CB8AC3E}">
        <p14:creationId xmlns:p14="http://schemas.microsoft.com/office/powerpoint/2010/main" val="3102859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3444-3207-AE94-C6B4-681BA917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400" y="474785"/>
            <a:ext cx="10018713" cy="1752599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566C-252D-EF44-F1AC-B7CC50E7B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191" y="1752600"/>
            <a:ext cx="10018713" cy="31242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Discounts increase purchase volume.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Loyal customers purchase more frequently.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Seasonal demand impacts sales performance.</a:t>
            </a:r>
          </a:p>
        </p:txBody>
      </p:sp>
    </p:spTree>
    <p:extLst>
      <p:ext uri="{BB962C8B-B14F-4D97-AF65-F5344CB8AC3E}">
        <p14:creationId xmlns:p14="http://schemas.microsoft.com/office/powerpoint/2010/main" val="1566300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28197-9591-3708-1A47-F625C1D4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6B216-DA20-0160-C266-4F666E926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1696328"/>
            <a:ext cx="10018713" cy="3124201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Aggregated sales and order values.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KPIs using calculated measures.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Grouped data by category, gender, and season.</a:t>
            </a:r>
          </a:p>
        </p:txBody>
      </p:sp>
    </p:spTree>
    <p:extLst>
      <p:ext uri="{BB962C8B-B14F-4D97-AF65-F5344CB8AC3E}">
        <p14:creationId xmlns:p14="http://schemas.microsoft.com/office/powerpoint/2010/main" val="2497411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03300-E4F1-169E-4255-03E8EBA92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D85BF-C060-B9F3-4373-9B1D0385B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1" y="2230900"/>
            <a:ext cx="10018713" cy="3124201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Clothing is the most profitable category.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payment methods dominate transactions.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Discount strategies improve customer engagement.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Seasonal trends help in inventory planning.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BI dashboard supports effective 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5344758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CCE8B-EB97-6D07-77E6-F92190EC3B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600" b="1" dirty="0">
                <a:solidFill>
                  <a:srgbClr val="1F7A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EMPLOYEE STRESS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2685C-A320-5E8D-D3D6-E68C04DE42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1889" y="4011377"/>
            <a:ext cx="7110234" cy="1388534"/>
          </a:xfrm>
        </p:spPr>
        <p:txBody>
          <a:bodyPr/>
          <a:lstStyle/>
          <a:p>
            <a:r>
              <a:rPr lang="en-US" sz="1800" dirty="0" err="1">
                <a:solidFill>
                  <a:schemeClr val="accent1">
                    <a:lumMod val="75000"/>
                  </a:schemeClr>
                </a:solidFill>
                <a:cs typeface="Segoe UI" panose="020B0502040204020203" pitchFamily="34" charset="0"/>
              </a:rPr>
              <a:t>TableaU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cs typeface="Segoe UI" panose="020B0502040204020203" pitchFamily="34" charset="0"/>
              </a:rPr>
              <a:t> Project</a:t>
            </a:r>
          </a:p>
          <a:p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cs typeface="Segoe UI" panose="020B0502040204020203" pitchFamily="34" charset="0"/>
              </a:rPr>
              <a:t>Mahbooba </a:t>
            </a:r>
            <a:r>
              <a:rPr lang="en-US" sz="2200" b="1" dirty="0" err="1">
                <a:solidFill>
                  <a:schemeClr val="accent1">
                    <a:lumMod val="75000"/>
                  </a:schemeClr>
                </a:solidFill>
                <a:cs typeface="Segoe UI" panose="020B0502040204020203" pitchFamily="34" charset="0"/>
              </a:rPr>
              <a:t>Mumthas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  <a:cs typeface="Segoe UI" panose="020B0502040204020203" pitchFamily="34" charset="0"/>
              </a:rPr>
              <a:t>. M.K</a:t>
            </a:r>
          </a:p>
        </p:txBody>
      </p:sp>
    </p:spTree>
    <p:extLst>
      <p:ext uri="{BB962C8B-B14F-4D97-AF65-F5344CB8AC3E}">
        <p14:creationId xmlns:p14="http://schemas.microsoft.com/office/powerpoint/2010/main" val="1094057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CBEC-6E39-1964-B5A1-EB2B9D3D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09" y="190500"/>
            <a:ext cx="10018713" cy="1199857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943F1-4C05-64A0-2ACA-4162B8B5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343442"/>
            <a:ext cx="10018713" cy="312420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project analyzes employee stress and performance using an interactive Tableau dashboard.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focuses on stress levels, workload, job satisfaction, and working hours.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dashboard compares these factors across departments, job roles, age groups, and gender	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filters help in deep analysis and easy decision-making.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supports HR teams in understanding employee wellbeing and performance trends</a:t>
            </a:r>
          </a:p>
        </p:txBody>
      </p:sp>
    </p:spTree>
    <p:extLst>
      <p:ext uri="{BB962C8B-B14F-4D97-AF65-F5344CB8AC3E}">
        <p14:creationId xmlns:p14="http://schemas.microsoft.com/office/powerpoint/2010/main" val="1796537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F443-2B5D-7777-142B-FF8DFDFE8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419100"/>
            <a:ext cx="10018713" cy="1752599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Purpose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04904-8D77-DD87-8D4A-4126BE96F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072639"/>
            <a:ext cx="10018713" cy="312420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analyze employee stress levels across departments and job roles.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the relationship between workload, working hours, and stress.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roles with higher stress levels	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HR teams in improving employee wellbeing and productivity.</a:t>
            </a:r>
          </a:p>
        </p:txBody>
      </p:sp>
    </p:spTree>
    <p:extLst>
      <p:ext uri="{BB962C8B-B14F-4D97-AF65-F5344CB8AC3E}">
        <p14:creationId xmlns:p14="http://schemas.microsoft.com/office/powerpoint/2010/main" val="19906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6362-BFFF-F6AF-A0CD-3869681C1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05973"/>
            <a:ext cx="10018713" cy="1255542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Dataset </a:t>
            </a:r>
            <a:r>
              <a:rPr lang="en-US" b="1" dirty="0" err="1">
                <a:latin typeface="Segoe UI" panose="020B0502040204020203" pitchFamily="34" charset="0"/>
                <a:cs typeface="Segoe UI" panose="020B0502040204020203" pitchFamily="34" charset="0"/>
              </a:rPr>
              <a:t>Descripton</a:t>
            </a:r>
            <a:endParaRPr lang="en-US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5573E-3739-F7AD-1CD3-7BD0E5C3C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680" y="2349305"/>
            <a:ext cx="10018713" cy="3128889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ID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Role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Hours per Week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Level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 Score	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Satisfaction Score	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Mental Health Score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Hours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 Activity Hours</a:t>
            </a:r>
          </a:p>
        </p:txBody>
      </p:sp>
    </p:spTree>
    <p:extLst>
      <p:ext uri="{BB962C8B-B14F-4D97-AF65-F5344CB8AC3E}">
        <p14:creationId xmlns:p14="http://schemas.microsoft.com/office/powerpoint/2010/main" val="509165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004CD-54C4-6BD9-F75A-4EC1DCA8C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3431"/>
            <a:ext cx="10018713" cy="1752599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C4406-B1F6-2EFE-DA20-3CDB05991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946030"/>
            <a:ext cx="10018713" cy="3124201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levels are different in each department.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Analysts feel more stress than other employees.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Working hours increases stress.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Middle-aged employees show relatively higher stress compared to younger age groups.</a:t>
            </a:r>
          </a:p>
          <a:p>
            <a:pPr algn="just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workload leads to less job satisfaction.</a:t>
            </a:r>
          </a:p>
        </p:txBody>
      </p:sp>
    </p:spTree>
    <p:extLst>
      <p:ext uri="{BB962C8B-B14F-4D97-AF65-F5344CB8AC3E}">
        <p14:creationId xmlns:p14="http://schemas.microsoft.com/office/powerpoint/2010/main" val="914485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D6D83-7823-7871-6103-B3F5101B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B058C-1678-A595-5527-C21EAD6A4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329374"/>
            <a:ext cx="10018713" cy="3124201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Hours per Week was grouped into bins for better comparison.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Stress Level, Workload Score, and Job Satisfaction Score were calculated using average values.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Department, Gender, and Job Role fields were used as interactive filters</a:t>
            </a:r>
          </a:p>
        </p:txBody>
      </p:sp>
    </p:spTree>
    <p:extLst>
      <p:ext uri="{BB962C8B-B14F-4D97-AF65-F5344CB8AC3E}">
        <p14:creationId xmlns:p14="http://schemas.microsoft.com/office/powerpoint/2010/main" val="17794188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2BA4-3C0E-C0F8-97BB-FF6EBB59E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320040"/>
            <a:ext cx="10018713" cy="1752599"/>
          </a:xfrm>
        </p:spPr>
        <p:txBody>
          <a:bodyPr/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3C79D-8263-F158-CB57-9381936A5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09" y="2072639"/>
            <a:ext cx="10018713" cy="3124201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stress is influenced by workload and long working hours.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Certain job roles like Managers and Team Leads show higher stress levels.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Departments such as Finance and IT experience relatively higher stress.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 workload generally results in lower job satisfaction.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dashboard helps organizations identify stress-prone areas	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can be used to improve work policies and employee wellbeing programs.</a:t>
            </a:r>
          </a:p>
        </p:txBody>
      </p:sp>
    </p:spTree>
    <p:extLst>
      <p:ext uri="{BB962C8B-B14F-4D97-AF65-F5344CB8AC3E}">
        <p14:creationId xmlns:p14="http://schemas.microsoft.com/office/powerpoint/2010/main" val="34658563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478ED-20E1-D3B8-2905-3A2E0E9F0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80028"/>
            <a:ext cx="13139225" cy="1752599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1F7A8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65276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343</TotalTime>
  <Words>1003</Words>
  <Application>Microsoft Office PowerPoint</Application>
  <PresentationFormat>Widescreen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Corbel</vt:lpstr>
      <vt:lpstr>Segoe UI</vt:lpstr>
      <vt:lpstr>Times New Roman</vt:lpstr>
      <vt:lpstr>Wingdings</vt:lpstr>
      <vt:lpstr>Parallax</vt:lpstr>
      <vt:lpstr>SUPERMARKET SALES PERFORMANCE ANALYSIS</vt:lpstr>
      <vt:lpstr>Project Overview</vt:lpstr>
      <vt:lpstr>Purpose of the Project</vt:lpstr>
      <vt:lpstr>Dataset Description</vt:lpstr>
      <vt:lpstr>Observations</vt:lpstr>
      <vt:lpstr>Transformation Performed</vt:lpstr>
      <vt:lpstr>Conclusion</vt:lpstr>
      <vt:lpstr>CUSTOMER SHOPPING BEHAVIOUR DASHBOARD</vt:lpstr>
      <vt:lpstr>Project Overview</vt:lpstr>
      <vt:lpstr>Purpose of the Project</vt:lpstr>
      <vt:lpstr>Dataset Description</vt:lpstr>
      <vt:lpstr>Observations</vt:lpstr>
      <vt:lpstr>Transformations</vt:lpstr>
      <vt:lpstr>Conclusion</vt:lpstr>
      <vt:lpstr>EMPLOYEE STRESS PERFORMANCE DASHBOARD</vt:lpstr>
      <vt:lpstr>Project Overview</vt:lpstr>
      <vt:lpstr>Purpose of the Project</vt:lpstr>
      <vt:lpstr>Dataset Descripton</vt:lpstr>
      <vt:lpstr>Observations</vt:lpstr>
      <vt:lpstr>Transformations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mumthumahbuz04@gmail.com</dc:creator>
  <cp:lastModifiedBy>mumthumahbuz04@gmail.com</cp:lastModifiedBy>
  <cp:revision>3</cp:revision>
  <dcterms:created xsi:type="dcterms:W3CDTF">2025-12-17T15:35:37Z</dcterms:created>
  <dcterms:modified xsi:type="dcterms:W3CDTF">2025-12-20T04:09:30Z</dcterms:modified>
</cp:coreProperties>
</file>